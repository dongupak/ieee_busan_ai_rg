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3D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5" d="100"/>
          <a:sy n="145" d="100"/>
        </p:scale>
        <p:origin x="12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CD10DF-EAA1-499F-ADEA-6BC81DFE4866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0BB100-BD62-4C0A-A0C2-0DDECFEE4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593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BB100-BD62-4C0A-A0C2-0DDECFEE43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469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DC2B0F-9A21-7EFF-0CFC-2195520482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862D7C8-02C4-5F36-F52F-781BEF6CE3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BAC26E-AFEB-3445-A8B8-69F05A8B0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5910-EC87-4468-9F6A-5D4EFAA63453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05791C-8A98-D8D6-6D2F-3F74F76DA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0A4F56-A3C7-7688-0C25-A9ED048E8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2A36F-9BB3-45FF-B66D-647C2179C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88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A1E491-5C17-0E25-0FF7-A0AAC5E1F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01F63E-2399-1E67-B160-8BC406F3D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8C0118-436E-D654-E4A3-C59CE1A3F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5910-EC87-4468-9F6A-5D4EFAA63453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D4CF22-B2ED-E3A9-ED89-FB7FD1BFF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2C0443-1730-0A14-FD0C-B0265D927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2A36F-9BB3-45FF-B66D-647C2179C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9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F53EC-DF8A-4985-01AC-00BC83C6A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664097-31FD-C0B2-79B0-67CA9890B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7B5FE3-CE6A-2522-A2A2-3B55E1225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5910-EC87-4468-9F6A-5D4EFAA63453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766A1D-4AE3-D35A-A590-42AE6F6F4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8DF7E5-1CBD-6BBC-EF08-12CFF9E3B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2A36F-9BB3-45FF-B66D-647C2179C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94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D75E4-6C4A-FFF4-2A5A-776926EB6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1B53EC-9F30-F82E-4772-717ED8270D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CE42C6-1D2A-7308-EDEE-1FCBA4058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777EC9-5A8B-EECC-5643-F039A72AA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5910-EC87-4468-9F6A-5D4EFAA63453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92A31F-0505-6560-4F0D-C4B8958AB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8F2BA5-40D2-486A-05AD-A5848E5B9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2A36F-9BB3-45FF-B66D-647C2179C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841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0398B1-D51F-1E7E-9B9B-8167CA9BF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F005FD-8BB1-4F8D-7B05-39272EFB6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04A171-3BF0-C701-F270-CA900EFF8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ED48078-74EE-B227-EF08-366841B077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4178A11-941A-7796-F659-EBAF79CB8B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9993178-FB9E-F1AC-1EAB-18A7DBBDF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5910-EC87-4468-9F6A-5D4EFAA63453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93EA14F-DE6F-7614-C91B-21833A144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F1F5A9D-5A71-7B10-DD59-98C5BD4E4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2A36F-9BB3-45FF-B66D-647C2179C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532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BA9198-4858-30A9-2B3B-B2400A50B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940BFB8-FCF1-09A0-4881-1D2565B35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5910-EC87-4468-9F6A-5D4EFAA63453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426061A-56B7-FB90-059D-080F3DE7D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10E8F4-D483-10E5-0EA7-758C6B58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2A36F-9BB3-45FF-B66D-647C2179C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617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2FE57F4-9B80-E9DD-85E2-4B2E18118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5910-EC87-4468-9F6A-5D4EFAA63453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758AD8D-2482-DEBA-DDC9-7090761A4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ADEC88-96B4-5A83-D9E3-4F051E2D7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2A36F-9BB3-45FF-B66D-647C2179C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242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07A7F-154F-7BCA-0423-2819D4A10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7AEFC6-F94A-90DE-9883-0C21752C9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7D06D6-3416-FA8A-64B6-30D4B6D35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E638DD-0303-6E27-69CE-9770A7DCE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5910-EC87-4468-9F6A-5D4EFAA63453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D1D4B5-220B-CC0F-AEB9-288449C03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3085AE-29DE-1AFD-5A92-668D03A6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2A36F-9BB3-45FF-B66D-647C2179C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31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C70A91-6CD8-EAEA-C84B-EAC4AAD5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C26B69-5712-51F6-316B-0449362B56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39509C-E638-37BE-33DE-048E2017D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1DDA27-04A6-DDD7-94E1-0EAAE363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5910-EC87-4468-9F6A-5D4EFAA63453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36308C-9AEF-2E21-E929-5AA3078E3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BDD038-1600-08AD-BA48-9A6EEE4E0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2A36F-9BB3-45FF-B66D-647C2179C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757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0FBDE-4B8C-FC4F-D0BE-7B2761E86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F42564-AF1D-777F-5E8A-808CBE951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F75E9A-0B11-CD41-415F-5141BE33D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5910-EC87-4468-9F6A-5D4EFAA63453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A482B3-1F00-448F-B48E-EE0CBDE70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9549B3-5131-BAD3-0DA4-779E9FCF7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2A36F-9BB3-45FF-B66D-647C2179C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231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66E2684-9F65-EDBC-B525-4013CD8A08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68474B-6DCB-12F7-45F5-289224BB2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1E1CB1-70C7-94E5-FAEC-4FDB8C996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5910-EC87-4468-9F6A-5D4EFAA63453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C50B45-AF92-3CBD-0674-D303BF07D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3891D0-37F7-AD9C-D620-33CC2930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2A36F-9BB3-45FF-B66D-647C2179C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00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DB60449-2F60-AEC4-CFB2-9CF176609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D90923-6CF0-7F1A-A721-1E3A2C109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5F5EA5-F4CC-2D1A-C2C2-3A080FE498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985910-EC87-4468-9F6A-5D4EFAA63453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7EFA8E-FBC0-67D1-E68C-556FA3C34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3E7454-04AA-829B-45B4-DAF09E21E6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E2A36F-9BB3-45FF-B66D-647C2179C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381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0D901D7-1401-C11A-88E6-B2B619345E1D}"/>
              </a:ext>
            </a:extLst>
          </p:cNvPr>
          <p:cNvSpPr/>
          <p:nvPr/>
        </p:nvSpPr>
        <p:spPr>
          <a:xfrm>
            <a:off x="1468072" y="738231"/>
            <a:ext cx="9483755" cy="5012422"/>
          </a:xfrm>
          <a:prstGeom prst="roundRect">
            <a:avLst>
              <a:gd name="adj" fmla="val 88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8E2DAF8-6EB2-7188-A654-7877314D08C6}"/>
              </a:ext>
            </a:extLst>
          </p:cNvPr>
          <p:cNvSpPr/>
          <p:nvPr/>
        </p:nvSpPr>
        <p:spPr>
          <a:xfrm>
            <a:off x="10500914" y="3516385"/>
            <a:ext cx="817927" cy="54808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413B920-DE9C-84BD-7FC3-3E6AE65FD8B5}"/>
              </a:ext>
            </a:extLst>
          </p:cNvPr>
          <p:cNvSpPr/>
          <p:nvPr/>
        </p:nvSpPr>
        <p:spPr>
          <a:xfrm>
            <a:off x="1884726" y="5259898"/>
            <a:ext cx="8914703" cy="3663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ko-KR" altLang="en-US" dirty="0">
                <a:solidFill>
                  <a:srgbClr val="FF0000"/>
                </a:solidFill>
              </a:rPr>
              <a:t>층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08ABC39-9B9F-0391-423D-DE7984371F02}"/>
              </a:ext>
            </a:extLst>
          </p:cNvPr>
          <p:cNvSpPr/>
          <p:nvPr/>
        </p:nvSpPr>
        <p:spPr>
          <a:xfrm>
            <a:off x="1884724" y="4493703"/>
            <a:ext cx="8914703" cy="3663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ko-KR" altLang="en-US" dirty="0">
                <a:solidFill>
                  <a:srgbClr val="FF0000"/>
                </a:solidFill>
              </a:rPr>
              <a:t>층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42E9E06-B52D-A1A3-0C6E-C7C4A2DC7E00}"/>
              </a:ext>
            </a:extLst>
          </p:cNvPr>
          <p:cNvSpPr/>
          <p:nvPr/>
        </p:nvSpPr>
        <p:spPr>
          <a:xfrm>
            <a:off x="1884723" y="2677486"/>
            <a:ext cx="8914703" cy="138698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ko-KR" altLang="en-US" dirty="0">
                <a:solidFill>
                  <a:srgbClr val="FF0000"/>
                </a:solidFill>
              </a:rPr>
              <a:t>층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4CC02C8-E6A5-3A9D-3765-31222D86D008}"/>
              </a:ext>
            </a:extLst>
          </p:cNvPr>
          <p:cNvSpPr/>
          <p:nvPr/>
        </p:nvSpPr>
        <p:spPr>
          <a:xfrm>
            <a:off x="1884723" y="1954634"/>
            <a:ext cx="8914703" cy="3663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</a:t>
            </a:r>
            <a:r>
              <a:rPr lang="ko-KR" altLang="en-US" dirty="0">
                <a:solidFill>
                  <a:srgbClr val="FF0000"/>
                </a:solidFill>
              </a:rPr>
              <a:t>층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A6D6696-9005-10C2-A0FA-10800C036014}"/>
              </a:ext>
            </a:extLst>
          </p:cNvPr>
          <p:cNvSpPr/>
          <p:nvPr/>
        </p:nvSpPr>
        <p:spPr>
          <a:xfrm>
            <a:off x="1884723" y="1115735"/>
            <a:ext cx="8914703" cy="3663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5</a:t>
            </a:r>
            <a:r>
              <a:rPr lang="ko-KR" altLang="en-US" dirty="0">
                <a:solidFill>
                  <a:srgbClr val="FF0000"/>
                </a:solidFill>
              </a:rPr>
              <a:t>층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13285AA-0060-7B69-E88A-4DB45849EE9C}"/>
              </a:ext>
            </a:extLst>
          </p:cNvPr>
          <p:cNvSpPr/>
          <p:nvPr/>
        </p:nvSpPr>
        <p:spPr>
          <a:xfrm>
            <a:off x="1656825" y="855677"/>
            <a:ext cx="817927" cy="477753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9C86DA-5BDD-62D2-7B33-5DC59FD0E624}"/>
              </a:ext>
            </a:extLst>
          </p:cNvPr>
          <p:cNvSpPr txBox="1"/>
          <p:nvPr/>
        </p:nvSpPr>
        <p:spPr>
          <a:xfrm rot="16200000">
            <a:off x="1343941" y="323493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엘리베이터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88E461-C6B8-8FED-8DFD-FB5F541D437C}"/>
              </a:ext>
            </a:extLst>
          </p:cNvPr>
          <p:cNvSpPr txBox="1"/>
          <p:nvPr/>
        </p:nvSpPr>
        <p:spPr>
          <a:xfrm>
            <a:off x="10723928" y="3640822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r>
              <a:rPr lang="ko-KR" altLang="en-US" dirty="0"/>
              <a:t>층 출입구</a:t>
            </a:r>
            <a:endParaRPr 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56A7276F-B13F-64D5-8AC3-53B1156DD221}"/>
              </a:ext>
            </a:extLst>
          </p:cNvPr>
          <p:cNvSpPr/>
          <p:nvPr/>
        </p:nvSpPr>
        <p:spPr>
          <a:xfrm>
            <a:off x="2530786" y="3200400"/>
            <a:ext cx="1707159" cy="771787"/>
          </a:xfrm>
          <a:prstGeom prst="roundRect">
            <a:avLst/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301</a:t>
            </a:r>
            <a:r>
              <a:rPr lang="ko-KR" altLang="en-US" dirty="0">
                <a:solidFill>
                  <a:schemeClr val="bg2">
                    <a:lumMod val="75000"/>
                  </a:schemeClr>
                </a:solidFill>
              </a:rPr>
              <a:t>호 </a:t>
            </a:r>
            <a:r>
              <a:rPr lang="ko-KR" altLang="en-US" dirty="0" err="1">
                <a:solidFill>
                  <a:schemeClr val="bg2">
                    <a:lumMod val="75000"/>
                  </a:schemeClr>
                </a:solidFill>
              </a:rPr>
              <a:t>대강의실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83AD7C65-59DF-2E7D-6F14-AF73D124FBD3}"/>
              </a:ext>
            </a:extLst>
          </p:cNvPr>
          <p:cNvSpPr/>
          <p:nvPr/>
        </p:nvSpPr>
        <p:spPr>
          <a:xfrm>
            <a:off x="4293979" y="3606959"/>
            <a:ext cx="4412609" cy="1677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4179698-9CD5-FE94-A99A-52AE8312BC2A}"/>
              </a:ext>
            </a:extLst>
          </p:cNvPr>
          <p:cNvSpPr/>
          <p:nvPr/>
        </p:nvSpPr>
        <p:spPr>
          <a:xfrm>
            <a:off x="8822637" y="2793534"/>
            <a:ext cx="1901291" cy="1178654"/>
          </a:xfrm>
          <a:prstGeom prst="roundRect">
            <a:avLst/>
          </a:prstGeom>
          <a:solidFill>
            <a:srgbClr val="FFFF00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307</a:t>
            </a:r>
            <a:r>
              <a:rPr lang="ko-KR" altLang="en-US" dirty="0">
                <a:solidFill>
                  <a:schemeClr val="tx1"/>
                </a:solidFill>
              </a:rPr>
              <a:t>호 </a:t>
            </a:r>
            <a:r>
              <a:rPr lang="ko-KR" altLang="en-US" dirty="0" err="1">
                <a:solidFill>
                  <a:schemeClr val="tx1"/>
                </a:solidFill>
              </a:rPr>
              <a:t>지산학하이퍼홀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13ED2A-78A5-231B-6FF8-DFC8D272E882}"/>
              </a:ext>
            </a:extLst>
          </p:cNvPr>
          <p:cNvSpPr txBox="1"/>
          <p:nvPr/>
        </p:nvSpPr>
        <p:spPr>
          <a:xfrm>
            <a:off x="7831525" y="2836192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변경된</a:t>
            </a:r>
            <a:endParaRPr lang="en-US" altLang="ko-KR" dirty="0"/>
          </a:p>
          <a:p>
            <a:r>
              <a:rPr lang="ko-KR" altLang="en-US" dirty="0" err="1"/>
              <a:t>강연장</a:t>
            </a:r>
            <a:endParaRPr lang="en-US" altLang="ko-KR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8BE0DA-FC22-4D35-6C15-A2120C49E0B2}"/>
              </a:ext>
            </a:extLst>
          </p:cNvPr>
          <p:cNvSpPr txBox="1"/>
          <p:nvPr/>
        </p:nvSpPr>
        <p:spPr>
          <a:xfrm>
            <a:off x="5327009" y="359395"/>
            <a:ext cx="2140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동명대학교 </a:t>
            </a:r>
            <a:r>
              <a:rPr lang="en-US" altLang="ko-KR" dirty="0"/>
              <a:t>15</a:t>
            </a:r>
            <a:r>
              <a:rPr lang="ko-KR" altLang="en-US" dirty="0"/>
              <a:t>호관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077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5C916B7-725D-8176-12BF-176C17402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96900E0-96A6-B6D8-CAE4-3B62F79C295D}"/>
              </a:ext>
            </a:extLst>
          </p:cNvPr>
          <p:cNvSpPr/>
          <p:nvPr/>
        </p:nvSpPr>
        <p:spPr>
          <a:xfrm>
            <a:off x="3304269" y="1282211"/>
            <a:ext cx="1178859" cy="327212"/>
          </a:xfrm>
          <a:prstGeom prst="rect">
            <a:avLst/>
          </a:prstGeom>
          <a:solidFill>
            <a:srgbClr val="013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제</a:t>
            </a:r>
            <a:r>
              <a:rPr lang="en-US" altLang="ko-KR" sz="24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8</a:t>
            </a:r>
            <a:r>
              <a:rPr lang="ko-KR" altLang="en-US" sz="24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차</a:t>
            </a:r>
            <a:endParaRPr lang="en-US" sz="24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41AEC18-456A-C152-1816-10E54495C993}"/>
              </a:ext>
            </a:extLst>
          </p:cNvPr>
          <p:cNvSpPr/>
          <p:nvPr/>
        </p:nvSpPr>
        <p:spPr>
          <a:xfrm>
            <a:off x="3496235" y="1759926"/>
            <a:ext cx="1295573" cy="327212"/>
          </a:xfrm>
          <a:prstGeom prst="rect">
            <a:avLst/>
          </a:prstGeom>
          <a:solidFill>
            <a:srgbClr val="013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안내</a:t>
            </a:r>
            <a:endParaRPr lang="en-US" sz="1600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2105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</Words>
  <Application>Microsoft Office PowerPoint</Application>
  <PresentationFormat>와이드스크린</PresentationFormat>
  <Paragraphs>15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KoPub돋움체 Bold</vt:lpstr>
      <vt:lpstr>Aptos</vt:lpstr>
      <vt:lpstr>Aptos Display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Young-Min Kang</dc:creator>
  <cp:lastModifiedBy>Young-Min Kang</cp:lastModifiedBy>
  <cp:revision>1</cp:revision>
  <dcterms:created xsi:type="dcterms:W3CDTF">2026-08-25T01:11:36Z</dcterms:created>
  <dcterms:modified xsi:type="dcterms:W3CDTF">2026-08-25T01:14:24Z</dcterms:modified>
</cp:coreProperties>
</file>