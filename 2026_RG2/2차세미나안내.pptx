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sldIdLst>
    <p:sldId id="256" r:id="rId2"/>
    <p:sldId id="257" r:id="rId3"/>
    <p:sldId id="261" r:id="rId4"/>
    <p:sldId id="258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76" y="3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581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004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46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006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48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40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808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53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88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900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635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717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12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837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4275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71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7480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89213" y="1835092"/>
            <a:ext cx="8915399" cy="2262781"/>
          </a:xfrm>
        </p:spPr>
        <p:txBody>
          <a:bodyPr>
            <a:normAutofit/>
          </a:bodyPr>
          <a:lstStyle/>
          <a:p>
            <a:r>
              <a:rPr lang="ko-KR" altLang="en-US" b="1"/>
              <a:t>휴머노이드 로봇 기술 동향과 </a:t>
            </a:r>
            <a:r>
              <a:rPr lang="en-US" altLang="ko-KR" b="1"/>
              <a:t>Physical AI </a:t>
            </a:r>
            <a:r>
              <a:rPr lang="ko-KR" altLang="en-US" b="1"/>
              <a:t>발전 방향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2026. 1. </a:t>
            </a:r>
            <a:r>
              <a:rPr lang="en-US" altLang="ko-KR"/>
              <a:t>2</a:t>
            </a:r>
            <a:r>
              <a:rPr lang="en-US" altLang="ko-KR" smtClean="0"/>
              <a:t>9. </a:t>
            </a:r>
            <a:r>
              <a:rPr lang="ko-KR" altLang="en-US" smtClean="0"/>
              <a:t>목요일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부산대학교 </a:t>
            </a:r>
            <a:r>
              <a:rPr lang="en-US" altLang="ko-KR" smtClean="0"/>
              <a:t>BK21</a:t>
            </a:r>
            <a:r>
              <a:rPr lang="ko-KR" altLang="en-US" smtClean="0"/>
              <a:t>사업단 </a:t>
            </a:r>
            <a:r>
              <a:rPr lang="en-US" altLang="ko-KR" smtClean="0"/>
              <a:t>+</a:t>
            </a:r>
            <a:r>
              <a:rPr lang="ko-KR" altLang="en-US" smtClean="0"/>
              <a:t> </a:t>
            </a:r>
            <a:r>
              <a:rPr lang="en-US" altLang="ko-KR" smtClean="0"/>
              <a:t>IEEE </a:t>
            </a:r>
            <a:r>
              <a:rPr lang="en-US" altLang="ko-KR" smtClean="0"/>
              <a:t>Busan AI </a:t>
            </a:r>
            <a:r>
              <a:rPr lang="ko-KR" altLang="en-US" smtClean="0"/>
              <a:t>연구회</a:t>
            </a:r>
            <a:endParaRPr lang="en-US" altLang="ko-KR" smtClean="0"/>
          </a:p>
          <a:p>
            <a:endParaRPr lang="ko-KR" altLang="en-US"/>
          </a:p>
        </p:txBody>
      </p:sp>
      <p:pic>
        <p:nvPicPr>
          <p:cNvPr id="1034" name="Picture 10" descr="IEEE logo transparent PNG - Stick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33" b="22370"/>
          <a:stretch/>
        </p:blipFill>
        <p:spPr bwMode="auto">
          <a:xfrm>
            <a:off x="155575" y="165100"/>
            <a:ext cx="2143125" cy="1206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9136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행사 진행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Introduction</a:t>
            </a:r>
          </a:p>
          <a:p>
            <a:r>
              <a:rPr lang="ko-KR" altLang="en-US" smtClean="0"/>
              <a:t>특강 </a:t>
            </a:r>
            <a:r>
              <a:rPr lang="en-US" altLang="ko-KR" smtClean="0"/>
              <a:t>: </a:t>
            </a:r>
            <a:r>
              <a:rPr lang="ko-KR" altLang="en-US" b="1"/>
              <a:t>휴머노이드 로봇 기술 동향과 </a:t>
            </a:r>
            <a:r>
              <a:rPr lang="en-US" altLang="ko-KR" b="1"/>
              <a:t>Physical AI </a:t>
            </a:r>
            <a:r>
              <a:rPr lang="ko-KR" altLang="en-US" b="1"/>
              <a:t>발전 </a:t>
            </a:r>
            <a:r>
              <a:rPr lang="ko-KR" altLang="en-US" b="1" smtClean="0"/>
              <a:t>방향</a:t>
            </a:r>
            <a:endParaRPr lang="en-US" altLang="ko-KR" b="1" smtClean="0"/>
          </a:p>
          <a:p>
            <a:pPr lvl="1"/>
            <a:r>
              <a:rPr lang="ko-KR" altLang="en-US" smtClean="0"/>
              <a:t>강사 </a:t>
            </a:r>
            <a:r>
              <a:rPr lang="en-US" altLang="ko-KR" smtClean="0"/>
              <a:t>: </a:t>
            </a:r>
            <a:r>
              <a:rPr lang="ko-KR" altLang="en-US"/>
              <a:t>한국전자통신연구원 손영성 책임연구원</a:t>
            </a:r>
            <a:endParaRPr lang="en-US" altLang="ko-KR" smtClean="0"/>
          </a:p>
          <a:p>
            <a:r>
              <a:rPr lang="en-US" altLang="ko-KR" smtClean="0"/>
              <a:t>QnA</a:t>
            </a:r>
          </a:p>
          <a:p>
            <a:r>
              <a:rPr lang="ko-KR" altLang="en-US" smtClean="0"/>
              <a:t>다음 강의 </a:t>
            </a:r>
            <a:r>
              <a:rPr lang="ko-KR" altLang="en-US" smtClean="0"/>
              <a:t>소개</a:t>
            </a:r>
            <a:endParaRPr lang="en-US" altLang="ko-KR" smtClean="0"/>
          </a:p>
        </p:txBody>
      </p:sp>
      <p:pic>
        <p:nvPicPr>
          <p:cNvPr id="2050" name="Picture 2" descr="보스턴 다이내믹스, '아틀라스' AI 두뇌 장착 위해 토요타와 제휴 &lt; 산업일반 &lt; AI산업 &lt; 기사본문 - AI타임스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563" y="1052284"/>
            <a:ext cx="4738916" cy="4738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125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연사</a:t>
            </a:r>
            <a:endParaRPr lang="ko-KR" altLang="en-US"/>
          </a:p>
        </p:txBody>
      </p:sp>
      <p:pic>
        <p:nvPicPr>
          <p:cNvPr id="1026" name="Picture 2" descr="인공지능 개발 더 많은 자원 투입될 것&quot; &lt; 전체 &lt; 경제/과학 &lt; 기사본문 - 대전일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67" y="1818217"/>
            <a:ext cx="2535316" cy="257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5608640" y="1818217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2800">
                <a:latin typeface="Google Sans Text"/>
              </a:rPr>
              <a:t>한국전자통신연구원 </a:t>
            </a:r>
            <a:r>
              <a:rPr lang="en-US" altLang="ko-KR" sz="2800">
                <a:latin typeface="Google Sans Text"/>
              </a:rPr>
              <a:t>/ </a:t>
            </a:r>
            <a:endParaRPr lang="en-US" altLang="ko-KR" sz="2800" smtClean="0">
              <a:latin typeface="Google Sans Text"/>
            </a:endParaRPr>
          </a:p>
          <a:p>
            <a:r>
              <a:rPr lang="en-US" altLang="ko-KR" sz="2800" smtClean="0">
                <a:latin typeface="Google Sans Text"/>
              </a:rPr>
              <a:t>UST </a:t>
            </a:r>
            <a:r>
              <a:rPr lang="ko-KR" altLang="en-US" sz="2800">
                <a:latin typeface="Google Sans Text"/>
              </a:rPr>
              <a:t>겸임교수 </a:t>
            </a:r>
            <a:r>
              <a:rPr lang="en-US" altLang="ko-KR" sz="2800">
                <a:latin typeface="Google Sans Text"/>
              </a:rPr>
              <a:t>/ </a:t>
            </a:r>
            <a:endParaRPr lang="en-US" altLang="ko-KR" sz="2800" smtClean="0">
              <a:latin typeface="Google Sans Text"/>
            </a:endParaRPr>
          </a:p>
          <a:p>
            <a:r>
              <a:rPr lang="ko-KR" altLang="en-US" sz="2800" smtClean="0">
                <a:latin typeface="Google Sans Text"/>
              </a:rPr>
              <a:t>한국정보과학회 </a:t>
            </a:r>
            <a:r>
              <a:rPr lang="ko-KR" altLang="en-US" sz="2800">
                <a:latin typeface="Google Sans Text"/>
              </a:rPr>
              <a:t>학회지 편집위원 </a:t>
            </a:r>
            <a:r>
              <a:rPr lang="en-US" altLang="ko-KR" sz="2800">
                <a:latin typeface="Google Sans Text"/>
              </a:rPr>
              <a:t>/ </a:t>
            </a:r>
            <a:endParaRPr lang="en-US" altLang="ko-KR" sz="2800" smtClean="0">
              <a:latin typeface="Google Sans Text"/>
            </a:endParaRPr>
          </a:p>
          <a:p>
            <a:r>
              <a:rPr lang="en-US" altLang="ko-KR" sz="2800" smtClean="0">
                <a:latin typeface="Google Sans Text"/>
              </a:rPr>
              <a:t>AI</a:t>
            </a:r>
            <a:r>
              <a:rPr lang="ko-KR" altLang="en-US" sz="2800">
                <a:latin typeface="Google Sans Text"/>
              </a:rPr>
              <a:t>프렌즈학회 </a:t>
            </a:r>
            <a:r>
              <a:rPr lang="ko-KR" altLang="en-US" sz="2800" smtClean="0">
                <a:latin typeface="Google Sans Text"/>
              </a:rPr>
              <a:t>이사</a:t>
            </a:r>
            <a:r>
              <a:rPr lang="en-US" altLang="ko-KR" sz="2800">
                <a:latin typeface="Google Sans Text"/>
              </a:rPr>
              <a:t> </a:t>
            </a:r>
            <a:r>
              <a:rPr lang="en-US" altLang="ko-KR" sz="2800" smtClean="0">
                <a:latin typeface="Google Sans Text"/>
              </a:rPr>
              <a:t>/</a:t>
            </a:r>
          </a:p>
          <a:p>
            <a:r>
              <a:rPr lang="en-US" altLang="ko-KR" sz="2800" smtClean="0">
                <a:latin typeface="Google Sans Text"/>
              </a:rPr>
              <a:t>AI </a:t>
            </a:r>
            <a:r>
              <a:rPr lang="ko-KR" altLang="en-US" sz="2800">
                <a:latin typeface="Google Sans Text"/>
              </a:rPr>
              <a:t>로봇 </a:t>
            </a:r>
            <a:r>
              <a:rPr lang="ko-KR" altLang="en-US" sz="2800">
                <a:latin typeface="Google Sans Text"/>
              </a:rPr>
              <a:t>연구회 </a:t>
            </a:r>
            <a:r>
              <a:rPr lang="ko-KR" altLang="en-US" sz="2800" smtClean="0">
                <a:latin typeface="Google Sans Text"/>
              </a:rPr>
              <a:t>위원장</a:t>
            </a:r>
            <a:r>
              <a:rPr lang="en-US" altLang="ko-KR" sz="2800" smtClean="0">
                <a:latin typeface="Google Sans Text"/>
              </a:rPr>
              <a:t> / </a:t>
            </a:r>
          </a:p>
          <a:p>
            <a:r>
              <a:rPr lang="ko-KR" altLang="en-US" sz="2800" smtClean="0">
                <a:latin typeface="Google Sans Text"/>
              </a:rPr>
              <a:t>산업 </a:t>
            </a:r>
            <a:r>
              <a:rPr lang="en-US" altLang="ko-KR" sz="2800">
                <a:latin typeface="Google Sans Text"/>
              </a:rPr>
              <a:t>AI </a:t>
            </a:r>
            <a:r>
              <a:rPr lang="ko-KR" altLang="en-US" sz="2800">
                <a:latin typeface="Google Sans Text"/>
              </a:rPr>
              <a:t>연구회 위원 </a:t>
            </a:r>
            <a:r>
              <a:rPr lang="en-US" altLang="ko-KR" sz="2800">
                <a:latin typeface="Google Sans Text"/>
              </a:rPr>
              <a:t>/ </a:t>
            </a:r>
            <a:endParaRPr lang="en-US" altLang="ko-KR" sz="2800" smtClean="0">
              <a:latin typeface="Google Sans Text"/>
            </a:endParaRPr>
          </a:p>
          <a:p>
            <a:r>
              <a:rPr lang="ko-KR" altLang="en-US" sz="2800" smtClean="0">
                <a:latin typeface="Google Sans Text"/>
              </a:rPr>
              <a:t>로봇 </a:t>
            </a:r>
            <a:r>
              <a:rPr lang="en-US" altLang="ko-KR" sz="2800">
                <a:latin typeface="Google Sans Text"/>
              </a:rPr>
              <a:t>LAM </a:t>
            </a:r>
            <a:r>
              <a:rPr lang="ko-KR" altLang="en-US" sz="2800">
                <a:latin typeface="Google Sans Text"/>
              </a:rPr>
              <a:t>연구 수행</a:t>
            </a:r>
            <a:endParaRPr lang="ko-KR" altLang="en-US" sz="2800"/>
          </a:p>
        </p:txBody>
      </p:sp>
      <p:pic>
        <p:nvPicPr>
          <p:cNvPr id="1028" name="Picture 4" descr="AI 휴머노이드 로봇 (큰글자책) | 손영성 | 커뮤니케이션북스 - 예스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974" y="3708459"/>
            <a:ext cx="2225676" cy="314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49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다음 강연소개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3</a:t>
            </a:r>
            <a:r>
              <a:rPr lang="ko-KR" altLang="en-US" smtClean="0"/>
              <a:t>차 행사 </a:t>
            </a:r>
            <a:endParaRPr lang="en-US" altLang="ko-KR" smtClean="0"/>
          </a:p>
          <a:p>
            <a:pPr lvl="1"/>
            <a:r>
              <a:rPr lang="ko-KR" altLang="en-US" smtClean="0"/>
              <a:t>일시 </a:t>
            </a:r>
            <a:r>
              <a:rPr lang="en-US" altLang="ko-KR"/>
              <a:t>: 2026</a:t>
            </a:r>
            <a:r>
              <a:rPr lang="ko-KR" altLang="en-US"/>
              <a:t>년 </a:t>
            </a:r>
            <a:r>
              <a:rPr lang="en-US" altLang="ko-KR" smtClean="0"/>
              <a:t>2</a:t>
            </a:r>
            <a:r>
              <a:rPr lang="ko-KR" altLang="en-US" smtClean="0"/>
              <a:t>월 중순 예정</a:t>
            </a:r>
            <a:endParaRPr lang="ko-KR" altLang="en-US"/>
          </a:p>
          <a:p>
            <a:pPr lvl="1"/>
            <a:r>
              <a:rPr lang="ko-KR" altLang="en-US" smtClean="0"/>
              <a:t>제목 </a:t>
            </a:r>
            <a:r>
              <a:rPr lang="en-US" altLang="ko-KR"/>
              <a:t>: </a:t>
            </a:r>
            <a:r>
              <a:rPr lang="ko-KR" altLang="en-US" smtClean="0"/>
              <a:t>인공지능 기반 </a:t>
            </a:r>
            <a:r>
              <a:rPr lang="ko-KR" altLang="en-US" smtClean="0"/>
              <a:t>이상치 </a:t>
            </a:r>
            <a:r>
              <a:rPr lang="ko-KR" altLang="en-US"/>
              <a:t>탐지 기법 </a:t>
            </a:r>
            <a:r>
              <a:rPr lang="en-US" altLang="ko-KR"/>
              <a:t>+ </a:t>
            </a:r>
            <a:r>
              <a:rPr lang="ko-KR" altLang="en-US"/>
              <a:t>보이스피싱 </a:t>
            </a:r>
            <a:r>
              <a:rPr lang="ko-KR" altLang="en-US"/>
              <a:t>탐지 </a:t>
            </a:r>
            <a:r>
              <a:rPr lang="ko-KR" altLang="en-US" smtClean="0"/>
              <a:t>시스템</a:t>
            </a:r>
            <a:r>
              <a:rPr lang="en-US" altLang="ko-KR" smtClean="0"/>
              <a:t>(</a:t>
            </a:r>
            <a:r>
              <a:rPr lang="ko-KR" altLang="en-US" smtClean="0"/>
              <a:t>제목 미정</a:t>
            </a:r>
            <a:r>
              <a:rPr lang="en-US" altLang="ko-KR" smtClean="0"/>
              <a:t>)</a:t>
            </a:r>
            <a:endParaRPr lang="en-US" altLang="ko-KR" smtClean="0"/>
          </a:p>
          <a:p>
            <a:pPr lvl="1"/>
            <a:r>
              <a:rPr lang="ko-KR" altLang="en-US" smtClean="0"/>
              <a:t>강사 </a:t>
            </a:r>
            <a:r>
              <a:rPr lang="en-US" altLang="ko-KR"/>
              <a:t>: </a:t>
            </a:r>
            <a:r>
              <a:rPr lang="ko-KR" altLang="en-US"/>
              <a:t>한국전자통신연구원 </a:t>
            </a:r>
            <a:r>
              <a:rPr lang="ko-KR" altLang="en-US" smtClean="0"/>
              <a:t>김성수 박사</a:t>
            </a:r>
            <a:endParaRPr lang="ko-KR" altLang="en-US"/>
          </a:p>
        </p:txBody>
      </p:sp>
      <p:pic>
        <p:nvPicPr>
          <p:cNvPr id="3074" name="Picture 2" descr="4 Must-Know Techniques for Effective Anomaly Detection in Data Sets -  Datame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839" y="109537"/>
            <a:ext cx="5321994" cy="34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0154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다음 강연소개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</a:t>
            </a:r>
            <a:r>
              <a:rPr lang="ko-KR" altLang="en-US" smtClean="0"/>
              <a:t>차 행사 </a:t>
            </a:r>
            <a:endParaRPr lang="en-US" altLang="ko-KR" smtClean="0"/>
          </a:p>
          <a:p>
            <a:pPr lvl="1"/>
            <a:r>
              <a:rPr lang="ko-KR" altLang="en-US" smtClean="0"/>
              <a:t>일시 </a:t>
            </a:r>
            <a:r>
              <a:rPr lang="en-US" altLang="ko-KR"/>
              <a:t>: 2026</a:t>
            </a:r>
            <a:r>
              <a:rPr lang="ko-KR" altLang="en-US"/>
              <a:t>년 </a:t>
            </a:r>
            <a:r>
              <a:rPr lang="en-US" altLang="ko-KR" smtClean="0"/>
              <a:t>2</a:t>
            </a:r>
            <a:r>
              <a:rPr lang="ko-KR" altLang="en-US" smtClean="0"/>
              <a:t>월 하순 예정</a:t>
            </a:r>
            <a:endParaRPr lang="ko-KR" altLang="en-US"/>
          </a:p>
          <a:p>
            <a:pPr lvl="1"/>
            <a:r>
              <a:rPr lang="ko-KR" altLang="en-US" smtClean="0"/>
              <a:t>제목 </a:t>
            </a:r>
            <a:r>
              <a:rPr lang="en-US" altLang="ko-KR"/>
              <a:t>: </a:t>
            </a:r>
            <a:r>
              <a:rPr lang="ko-KR" altLang="en-US" smtClean="0"/>
              <a:t>오픈소스 기반 이미지 영상 생성 시스템</a:t>
            </a:r>
            <a:r>
              <a:rPr lang="en-US" altLang="ko-KR" smtClean="0"/>
              <a:t>(</a:t>
            </a:r>
            <a:r>
              <a:rPr lang="ko-KR" altLang="en-US" smtClean="0"/>
              <a:t>제목 미정</a:t>
            </a:r>
            <a:r>
              <a:rPr lang="en-US" altLang="ko-KR" smtClean="0"/>
              <a:t>)</a:t>
            </a:r>
            <a:endParaRPr lang="en-US" altLang="ko-KR" smtClean="0"/>
          </a:p>
          <a:p>
            <a:pPr lvl="1"/>
            <a:r>
              <a:rPr lang="ko-KR" altLang="en-US" smtClean="0"/>
              <a:t>강사 </a:t>
            </a:r>
            <a:r>
              <a:rPr lang="en-US" altLang="ko-KR"/>
              <a:t>: </a:t>
            </a:r>
            <a:r>
              <a:rPr lang="ko-KR" altLang="en-US" smtClean="0"/>
              <a:t>동서대학교 이상걸 교수</a:t>
            </a: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5643563" y="247650"/>
            <a:ext cx="6279016" cy="2933700"/>
            <a:chOff x="5643563" y="247650"/>
            <a:chExt cx="6279016" cy="293370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3563" y="247650"/>
              <a:ext cx="6279016" cy="2933700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7562848" y="352425"/>
              <a:ext cx="2514600" cy="180975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3171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mtClean="0"/>
              <a:t>감사합니다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211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천체">
  <a:themeElements>
    <a:clrScheme name="천체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천체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천체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TM03457452[[fn=천체]]</Template>
  <TotalTime>37</TotalTime>
  <Words>132</Words>
  <Application>Microsoft Office PowerPoint</Application>
  <PresentationFormat>와이드스크린</PresentationFormat>
  <Paragraphs>29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Google Sans Text</vt:lpstr>
      <vt:lpstr>맑은 고딕</vt:lpstr>
      <vt:lpstr>Arial</vt:lpstr>
      <vt:lpstr>Calibri</vt:lpstr>
      <vt:lpstr>Calibri Light</vt:lpstr>
      <vt:lpstr>천체</vt:lpstr>
      <vt:lpstr>휴머노이드 로봇 기술 동향과 Physical AI 발전 방향</vt:lpstr>
      <vt:lpstr>행사 진행</vt:lpstr>
      <vt:lpstr>연사</vt:lpstr>
      <vt:lpstr>다음 강연소개</vt:lpstr>
      <vt:lpstr>다음 강연소개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트랜스포머 기반 언어모델의 발전 동향과 서비스 지향 응용시스템 설계</dc:title>
  <dc:creator>박 동규</dc:creator>
  <cp:lastModifiedBy>USER</cp:lastModifiedBy>
  <cp:revision>8</cp:revision>
  <dcterms:created xsi:type="dcterms:W3CDTF">2026-01-15T01:48:28Z</dcterms:created>
  <dcterms:modified xsi:type="dcterms:W3CDTF">2026-01-29T02:16:34Z</dcterms:modified>
</cp:coreProperties>
</file>